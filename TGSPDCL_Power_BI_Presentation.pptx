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692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75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080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067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021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06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88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135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740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24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41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839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59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0421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18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4839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851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366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2082794"/>
            <a:ext cx="5308866" cy="1515533"/>
          </a:xfrm>
        </p:spPr>
        <p:txBody>
          <a:bodyPr>
            <a:normAutofit fontScale="90000"/>
          </a:bodyPr>
          <a:lstStyle/>
          <a:p>
            <a:r>
              <a:rPr dirty="0"/>
              <a:t>TGSPDCL Service Performance &amp; Consumption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3200" y="3429000"/>
            <a:ext cx="5308866" cy="1779918"/>
          </a:xfrm>
        </p:spPr>
        <p:txBody>
          <a:bodyPr>
            <a:noAutofit/>
          </a:bodyPr>
          <a:lstStyle/>
          <a:p>
            <a:endParaRPr sz="1600" dirty="0"/>
          </a:p>
          <a:p>
            <a:r>
              <a:rPr sz="1600" dirty="0"/>
              <a:t>Name: P. Hemanth</a:t>
            </a:r>
          </a:p>
          <a:p>
            <a:r>
              <a:rPr sz="1600" dirty="0"/>
              <a:t>Reg No: 12304744</a:t>
            </a:r>
          </a:p>
          <a:p>
            <a:r>
              <a:rPr sz="1600" dirty="0"/>
              <a:t>Course: INT374 – Data Analytics with Power BI</a:t>
            </a:r>
          </a:p>
          <a:p>
            <a:r>
              <a:rPr sz="1600" dirty="0"/>
              <a:t>Lovely Professional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The power distribution sector generates large volumes of data related to electricity services, billing, and consumption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Analyzing this data helps identify billing gaps, unbilled services, and consumption inefficiencies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TGSPDCL manages electricity distribution across urban and rural regions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Background of TGSPDCL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Government-owned power distribution company in Telangana</a:t>
            </a:r>
          </a:p>
          <a:p>
            <a:pPr marL="0" indent="0">
              <a:buNone/>
            </a:pPr>
            <a:r>
              <a:rPr dirty="0"/>
              <a:t>• Supplies electricity to urban, semi-urban, and rural regions</a:t>
            </a:r>
          </a:p>
          <a:p>
            <a:pPr marL="0" indent="0">
              <a:buNone/>
            </a:pPr>
            <a:r>
              <a:rPr dirty="0"/>
              <a:t>• Manages circles, divisions, and areas</a:t>
            </a:r>
          </a:p>
          <a:p>
            <a:pPr marL="0" indent="0">
              <a:buNone/>
            </a:pPr>
            <a:r>
              <a:rPr dirty="0"/>
              <a:t>• Faces challenges like unbilled services and billing gaps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Analyze total services vs billed services</a:t>
            </a:r>
          </a:p>
          <a:p>
            <a:pPr marL="0" indent="0">
              <a:buNone/>
            </a:pPr>
            <a:r>
              <a:rPr dirty="0"/>
              <a:t>• Evaluate billing efficiency across regions</a:t>
            </a:r>
          </a:p>
          <a:p>
            <a:pPr marL="0" indent="0">
              <a:buNone/>
            </a:pPr>
            <a:r>
              <a:rPr dirty="0"/>
              <a:t>• Study electricity consumption patterns</a:t>
            </a:r>
          </a:p>
          <a:p>
            <a:pPr marL="0" indent="0">
              <a:buNone/>
            </a:pPr>
            <a:r>
              <a:rPr dirty="0"/>
              <a:t>• Identify low-performing divisions and areas</a:t>
            </a:r>
          </a:p>
          <a:p>
            <a:pPr marL="0" indent="0">
              <a:buNone/>
            </a:pPr>
            <a:r>
              <a:rPr dirty="0"/>
              <a:t>•</a:t>
            </a:r>
            <a:r>
              <a:rPr lang="en-US" dirty="0"/>
              <a:t>Compare performance across areas, division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of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Telangana Open Data Portal</a:t>
            </a:r>
          </a:p>
          <a:p>
            <a:pPr marL="0" indent="0">
              <a:buNone/>
            </a:pPr>
            <a:r>
              <a:rPr dirty="0"/>
              <a:t>• TGSPDCL service and consumption data</a:t>
            </a:r>
          </a:p>
          <a:p>
            <a:pPr marL="0" indent="0">
              <a:buNone/>
            </a:pPr>
            <a:r>
              <a:rPr dirty="0"/>
              <a:t>• Attributes: Circle, Division, Area, Total Services, Billed Services</a:t>
            </a:r>
          </a:p>
          <a:p>
            <a:pPr marL="0" indent="0">
              <a:buNone/>
            </a:pPr>
            <a:r>
              <a:rPr dirty="0"/>
              <a:t>• Dataset size: 71,628 records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Power BI Desktop – Data visualization and reporting</a:t>
            </a:r>
          </a:p>
          <a:p>
            <a:pPr marL="0" indent="0">
              <a:buNone/>
            </a:pPr>
            <a:r>
              <a:rPr dirty="0"/>
              <a:t>• Power Query – Data cleaning and transformation</a:t>
            </a:r>
          </a:p>
          <a:p>
            <a:pPr marL="0" indent="0">
              <a:buNone/>
            </a:pPr>
            <a:r>
              <a:rPr dirty="0"/>
              <a:t>• Excel/CSV – Data source formats</a:t>
            </a:r>
          </a:p>
          <a:p>
            <a:pPr marL="0" indent="0">
              <a:buNone/>
            </a:pPr>
            <a:r>
              <a:rPr dirty="0"/>
              <a:t>• No DAX used (calculations done in Power Query)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 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33FD50-2813-FA23-D6D1-80DA0706D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399" y="2319807"/>
            <a:ext cx="721687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Imported TGSPDCL service and consumption data into Power BI Desktop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Power Query profiling tools to check data quality and inconsistencies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Handled missing and zero values to avoid incorrect calculations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Created derived columns such as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Billing Efficiency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Power Query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Aggregated data division-wise and area-wise for performance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Division-wise Service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Compared total services vs billed services</a:t>
            </a:r>
          </a:p>
          <a:p>
            <a:pPr marL="0" indent="0">
              <a:buNone/>
            </a:pPr>
            <a:r>
              <a:rPr dirty="0"/>
              <a:t>• Identified divisions with high service gaps</a:t>
            </a:r>
          </a:p>
          <a:p>
            <a:pPr marL="0" indent="0">
              <a:buNone/>
            </a:pPr>
            <a:r>
              <a:rPr dirty="0"/>
              <a:t>• High-performing divisions show minimal gaps</a:t>
            </a:r>
          </a:p>
          <a:p>
            <a:pPr marL="0" indent="0">
              <a:buNone/>
            </a:pPr>
            <a:r>
              <a:rPr dirty="0"/>
              <a:t>• Helps detect operational inefficiencies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Billing Efficiency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Key performance indicator in the project</a:t>
            </a:r>
          </a:p>
          <a:p>
            <a:pPr marL="0" indent="0">
              <a:buNone/>
            </a:pPr>
            <a:r>
              <a:rPr dirty="0"/>
              <a:t>• Calculated using Power Query</a:t>
            </a:r>
          </a:p>
          <a:p>
            <a:pPr marL="0" indent="0">
              <a:buNone/>
            </a:pPr>
            <a:r>
              <a:rPr dirty="0"/>
              <a:t>• Ranking visuals used for comparison</a:t>
            </a:r>
          </a:p>
          <a:p>
            <a:pPr marL="0" indent="0">
              <a:buNone/>
            </a:pPr>
            <a:r>
              <a:rPr dirty="0"/>
              <a:t>• Low-efficiency areas highlighted for 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Electricity Consumption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Analyzed unit consumption across divisions</a:t>
            </a:r>
          </a:p>
          <a:p>
            <a:pPr marL="0" indent="0">
              <a:buNone/>
            </a:pPr>
            <a:r>
              <a:rPr dirty="0"/>
              <a:t>• Identified high-consumption regions</a:t>
            </a:r>
          </a:p>
          <a:p>
            <a:pPr marL="0" indent="0">
              <a:buNone/>
            </a:pPr>
            <a:r>
              <a:rPr dirty="0"/>
              <a:t>• Compared consumption with billing efficiency</a:t>
            </a:r>
          </a:p>
          <a:p>
            <a:pPr marL="0" indent="0">
              <a:buNone/>
            </a:pPr>
            <a:r>
              <a:rPr dirty="0"/>
              <a:t>• Supports demand planning and load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Area-wise 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Granular analysis at area/section level</a:t>
            </a:r>
          </a:p>
          <a:p>
            <a:pPr marL="0" indent="0">
              <a:buNone/>
            </a:pPr>
            <a:r>
              <a:rPr dirty="0"/>
              <a:t>• Slicers used for filtering divisions and areas</a:t>
            </a:r>
          </a:p>
          <a:p>
            <a:pPr marL="0" indent="0">
              <a:buNone/>
            </a:pPr>
            <a:r>
              <a:rPr dirty="0"/>
              <a:t>• Identified underperforming sections</a:t>
            </a:r>
          </a:p>
          <a:p>
            <a:pPr marL="0" indent="0">
              <a:buNone/>
            </a:pPr>
            <a:r>
              <a:rPr dirty="0"/>
              <a:t>• Enables targeted corrective actions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Dashboard Design &amp; Interactivity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Single-page dashboard layout</a:t>
            </a:r>
          </a:p>
          <a:p>
            <a:pPr marL="0" indent="0">
              <a:buNone/>
            </a:pPr>
            <a:r>
              <a:rPr dirty="0"/>
              <a:t>• KPI cards for key metrics</a:t>
            </a:r>
          </a:p>
          <a:p>
            <a:pPr marL="0" indent="0">
              <a:buNone/>
            </a:pPr>
            <a:r>
              <a:rPr dirty="0"/>
              <a:t>• Bar charts, tables, and pie charts</a:t>
            </a:r>
          </a:p>
          <a:p>
            <a:pPr marL="0" indent="0">
              <a:buNone/>
            </a:pPr>
            <a:r>
              <a:rPr dirty="0"/>
              <a:t>• Slicers, drill-down, and cross-filtering</a:t>
            </a:r>
          </a:p>
          <a:p>
            <a:pPr marL="0" indent="0">
              <a:buNone/>
            </a:pPr>
            <a:r>
              <a:rPr dirty="0"/>
              <a:t>• User-friendly and interactive 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Billing efficiency varies across divisions</a:t>
            </a:r>
          </a:p>
          <a:p>
            <a:pPr marL="0" indent="0">
              <a:buNone/>
            </a:pPr>
            <a:r>
              <a:rPr dirty="0"/>
              <a:t>• Significant gaps between total and billed services</a:t>
            </a:r>
          </a:p>
          <a:p>
            <a:pPr marL="0" indent="0">
              <a:buNone/>
            </a:pPr>
            <a:r>
              <a:rPr dirty="0"/>
              <a:t>• High consumption in specific regions</a:t>
            </a:r>
          </a:p>
          <a:p>
            <a:pPr marL="0" indent="0">
              <a:buNone/>
            </a:pPr>
            <a:r>
              <a:rPr dirty="0"/>
              <a:t>• Some high-consumption areas show low billing efficiency</a:t>
            </a:r>
          </a:p>
          <a:p>
            <a:pPr marL="0" indent="0">
              <a:buNone/>
            </a:pPr>
            <a:r>
              <a:rPr dirty="0"/>
              <a:t>• Dashboard helps identify priority zones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Power BI effectively analyzed TGSPDCL data</a:t>
            </a:r>
          </a:p>
          <a:p>
            <a:pPr marL="0" indent="0">
              <a:buNone/>
            </a:pPr>
            <a:r>
              <a:rPr dirty="0"/>
              <a:t>• Power Query ensured clean and accurate data</a:t>
            </a:r>
          </a:p>
          <a:p>
            <a:pPr marL="0" indent="0">
              <a:buNone/>
            </a:pPr>
            <a:r>
              <a:rPr dirty="0"/>
              <a:t>• Dashboard improves transparency and monitoring</a:t>
            </a:r>
          </a:p>
          <a:p>
            <a:pPr marL="0" indent="0">
              <a:buNone/>
            </a:pPr>
            <a:r>
              <a:rPr dirty="0"/>
              <a:t>• Supports better operational and billing decisions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</a:t>
            </a:r>
            <a:r>
              <a:rPr dirty="0"/>
              <a:t>Integration of real-time data</a:t>
            </a:r>
          </a:p>
          <a:p>
            <a:pPr marL="0" indent="0">
              <a:buNone/>
            </a:pPr>
            <a:r>
              <a:rPr dirty="0"/>
              <a:t>• Predictive analysis and forecasting</a:t>
            </a:r>
          </a:p>
          <a:p>
            <a:pPr marL="0" indent="0">
              <a:buNone/>
            </a:pPr>
            <a:r>
              <a:rPr dirty="0"/>
              <a:t>• Integration with outage and complaint data</a:t>
            </a:r>
          </a:p>
          <a:p>
            <a:pPr marL="0" indent="0">
              <a:buNone/>
            </a:pPr>
            <a:r>
              <a:rPr dirty="0"/>
              <a:t>• Deployment using Power BI Service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2777066"/>
            <a:ext cx="6798734" cy="1303867"/>
          </a:xfrm>
        </p:spPr>
        <p:txBody>
          <a:bodyPr>
            <a:normAutofit/>
          </a:bodyPr>
          <a:lstStyle/>
          <a:p>
            <a:r>
              <a:rPr sz="6000" dirty="0"/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102</TotalTime>
  <Words>512</Words>
  <Application>Microsoft Office PowerPoint</Application>
  <PresentationFormat>On-screen Show (4:3)</PresentationFormat>
  <Paragraphs>81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Garamond</vt:lpstr>
      <vt:lpstr>Organic</vt:lpstr>
      <vt:lpstr>TGSPDCL Service Performance &amp; Consumption Analysis</vt:lpstr>
      <vt:lpstr>Introduction</vt:lpstr>
      <vt:lpstr>Background of TGSPDCL</vt:lpstr>
      <vt:lpstr>Objectives of the Project</vt:lpstr>
      <vt:lpstr>Source of Dataset</vt:lpstr>
      <vt:lpstr>Tools &amp; Technologies Used</vt:lpstr>
      <vt:lpstr>Exploratory Data Analysis (EDA)</vt:lpstr>
      <vt:lpstr>Division-wise Service Performance</vt:lpstr>
      <vt:lpstr>Billing Efficiency Analysis</vt:lpstr>
      <vt:lpstr>Electricity Consumption Analysis</vt:lpstr>
      <vt:lpstr>Area-wise Comparative Analysis</vt:lpstr>
      <vt:lpstr>Dashboard Design &amp; Interactivity</vt:lpstr>
      <vt:lpstr>Key Insights &amp; Findings</vt:lpstr>
      <vt:lpstr>Conclusion</vt:lpstr>
      <vt:lpstr>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HEMANTH P</cp:lastModifiedBy>
  <cp:revision>7</cp:revision>
  <dcterms:created xsi:type="dcterms:W3CDTF">2013-01-27T09:14:16Z</dcterms:created>
  <dcterms:modified xsi:type="dcterms:W3CDTF">2025-12-22T16:56:06Z</dcterms:modified>
  <cp:category/>
</cp:coreProperties>
</file>